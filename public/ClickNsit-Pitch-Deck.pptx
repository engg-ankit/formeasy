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Click. Sit. Done.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CLICKNSIT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First Online Cyber Cafe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Form Filling Services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029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  |  2025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www.clickandsit.vercel.app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3657600" cy="137160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🚶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54480" y="1600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Required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9659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must physically visit cyber cafes to fill exam forms — wasting time and money on travel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657600" cy="137160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577840" y="1600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Queues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19659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cafes have long waiting times, especially near deadlines. Hours of waiting for a 10-minute form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3657600" cy="137160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55448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Costs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36118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cafes charge ₹200-500 per form. Students from rural areas pay even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3657600" cy="137160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❌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57784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Prone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77840" y="36118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form filling leads to mistakes. One wrong field = application rejected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754880"/>
            <a:ext cx="3657600" cy="137160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554480" y="4892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Divide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5257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students lack internet/PC access. Cyber cafe is their only option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4754880"/>
            <a:ext cx="3657600" cy="137160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577840" y="4892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Risk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77840" y="5257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personal documents at unknown cafes poses security risks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ClickNsit — Online Cyber Cafe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cyber cafe experience, but from your phone or laptop.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basic details → Upload documents → We submit on the official portal.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30175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&amp; Choose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exam form you want to apply for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0" y="30175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4884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Basic Info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48840" y="42062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name, mobile, email, DOB — that's it!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43400" y="30175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4048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Documents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42062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Photo, signature, ID proof — clear &amp; easy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30175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3212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&amp; Done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32120" y="42062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payment via UPI/Card/Net Banking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726680" y="30175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772668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22376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Submit!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23760" y="42062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 fills the official form for you ✅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5303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Students fill just 3 steps  |  👨‍💻 Admin team handles the rest  |  📱 100% Online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1920240" cy="1645920"/>
          </a:xfrm>
          <a:prstGeom prst="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Cr+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in India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463040"/>
            <a:ext cx="1920240" cy="1645920"/>
          </a:xfrm>
          <a:prstGeom prst="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645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Cr+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6032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Applications/Year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1920240" cy="1645920"/>
          </a:xfrm>
          <a:prstGeom prst="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45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₹5000 Cr+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Cafe Market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463040"/>
            <a:ext cx="1920240" cy="1645920"/>
          </a:xfrm>
          <a:prstGeom prst="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645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Lakh+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Cafes in India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Segments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4023360"/>
            <a:ext cx="3657600" cy="731520"/>
          </a:xfrm>
          <a:prstGeom prst="rect">
            <a:avLst>
              <a:gd name="adj" fmla="val 10000"/>
            </a:avLst>
          </a:prstGeom>
          <a:solidFill>
            <a:srgbClr val="EF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Government Exam Forms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343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SSC, UPSC, Railway, Banking — 2 Cr+ applications/year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4023360"/>
            <a:ext cx="3657600" cy="731520"/>
          </a:xfrm>
          <a:prstGeom prst="rect">
            <a:avLst>
              <a:gd name="adj" fmla="val 10000"/>
            </a:avLst>
          </a:prstGeom>
          <a:solidFill>
            <a:srgbClr val="FFF7ED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College Admissions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4343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JEE, NEET, CUET, University — 1.5 Cr+ students/year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4937760"/>
            <a:ext cx="3657600" cy="731520"/>
          </a:xfrm>
          <a:prstGeom prst="rect">
            <a:avLst>
              <a:gd name="adj" fmla="val 10000"/>
            </a:avLst>
          </a:prstGeom>
          <a:solidFill>
            <a:srgbClr val="EFF6F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937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Scholarship Forms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5257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NSP, State scholarships — 50 Lakh+ applications/year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4937760"/>
            <a:ext cx="3657600" cy="731520"/>
          </a:xfrm>
          <a:prstGeom prst="rect">
            <a:avLst>
              <a:gd name="adj" fmla="val 10000"/>
            </a:avLst>
          </a:prstGeom>
          <a:solidFill>
            <a:srgbClr val="FFF7ED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4937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Certificates &amp; Documents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5257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Income, Caste, Domicile — 10 Cr+ certificates/year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Revenue Model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51760" cy="22860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03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Fee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₹50 - ₹200 per form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Charged on every successful form submission. Varies by form complexity.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2011680"/>
            <a:ext cx="2651760" cy="22860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103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🏛️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91840" y="2651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Fee Pass-through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fee as-is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3383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collect the official portal fee and pay it on behalf of the student.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2011680"/>
            <a:ext cx="2651760" cy="22860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103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26480" y="2651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Services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₹100 - ₹500 extra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383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processing, priority support, form correction, deadline reminders.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Projection (Year 1)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5029200"/>
            <a:ext cx="1920240" cy="109728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074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1-3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5349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forms/month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5623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₹10,000/month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0" y="5029200"/>
            <a:ext cx="1920240" cy="109728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5074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4-6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60320" y="5349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forms/month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60320" y="5623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₹40,000/month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5029200"/>
            <a:ext cx="1920240" cy="109728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5074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7-9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63440" y="5349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forms/month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3440" y="5623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₹1,00,000/month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66560" y="5029200"/>
            <a:ext cx="1920240" cy="1097280"/>
          </a:xfrm>
          <a:prstGeom prst="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5074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10-12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66560" y="5349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forms/month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66560" y="5623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₹2,00,000/month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137160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3-Step Form Filling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info → Documents → Pay. Students fill in 2 minutes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137160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91840" y="1828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Bot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website functionality via Telegram — apply, track, pay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51760" cy="137160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26480" y="1828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Payments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integration — UPI, Cards, Net Banking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2651760" cy="137160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📤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Multi-File Upload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uploads filled form, receipt, acknowledgement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3017520"/>
            <a:ext cx="2651760" cy="137160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291840" y="3474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Auto-Detect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 categories — SSC, UPSC, Railway auto-detected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3017520"/>
            <a:ext cx="2651760" cy="137160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126480" y="3474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queue, status tracking, revenue reports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663440"/>
            <a:ext cx="2651760" cy="137160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54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57200" y="5120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" y="5440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status updates via email, SMS, Telegram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4663440"/>
            <a:ext cx="2651760" cy="137160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4754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🌙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3291840" y="5120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29000" y="5440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 dark/light theme for all users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4663440"/>
            <a:ext cx="2651760" cy="137160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4754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126480" y="5120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 Support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63640" y="5440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chatbot for FAQs and instant help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371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Cyber Cafe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1371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(Gov Portal)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ClickNsit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Required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1828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0" y="1828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✅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✅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2331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₹200-500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0" y="2331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(Gov Fee)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2331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₹50-200 + Gov Fee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Help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0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2834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Support ✅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86000" y="3337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AM - 9 PM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89120" y="3337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3337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✅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86000" y="3840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89120" y="3840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❌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92240" y="3840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Low ✅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343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Tracking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286000" y="4343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0" y="4343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4343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✅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846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Options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86000" y="4846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Cash/UPI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389120" y="4846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 Portal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92240" y="4846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Methods ✅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53492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5349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Upload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286000" y="5349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389120" y="5349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92240" y="5349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&amp; Drop ✅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31520" y="5943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ClickNsit combines the convenience of online with the expertise of a cyber cafe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4023360" cy="914400"/>
          </a:xfrm>
          <a:prstGeom prst="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137160" cy="914400"/>
          </a:xfrm>
          <a:prstGeom prst="rect">
            <a:avLst>
              <a:gd name="adj" fmla="val 53333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16, React 19, TypeScript, Tailwind CSS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4023360" cy="914400"/>
          </a:xfrm>
          <a:prstGeom prst="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463040"/>
            <a:ext cx="137160" cy="914400"/>
          </a:xfrm>
          <a:prstGeom prst="rect">
            <a:avLst>
              <a:gd name="adj" fmla="val 53333"/>
            </a:avLst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API Routes, Prisma ORM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4023360" cy="914400"/>
          </a:xfrm>
          <a:prstGeom prst="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51760"/>
            <a:ext cx="137160" cy="914400"/>
          </a:xfrm>
          <a:prstGeom prst="rect">
            <a:avLst>
              <a:gd name="adj" fmla="val 53333"/>
            </a:avLst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43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108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 (Free Tier)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651760"/>
            <a:ext cx="4023360" cy="914400"/>
          </a:xfrm>
          <a:prstGeom prst="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651760"/>
            <a:ext cx="137160" cy="914400"/>
          </a:xfrm>
          <a:prstGeom prst="rect">
            <a:avLst>
              <a:gd name="adj" fmla="val 53333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743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108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NextAuth.js (Credentials Provider)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4023360" cy="914400"/>
          </a:xfrm>
          <a:prstGeom prst="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840480"/>
            <a:ext cx="137160" cy="914400"/>
          </a:xfrm>
          <a:prstGeom prst="rect">
            <a:avLst>
              <a:gd name="adj" fmla="val 53333"/>
            </a:avLst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931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297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(UPI, Cards, Net Banking)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840480"/>
            <a:ext cx="4023360" cy="914400"/>
          </a:xfrm>
          <a:prstGeom prst="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840480"/>
            <a:ext cx="137160" cy="914400"/>
          </a:xfrm>
          <a:prstGeom prst="rect">
            <a:avLst>
              <a:gd name="adj" fmla="val 53333"/>
            </a:avLst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931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4297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Bot API (Full website replica)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5029200"/>
            <a:ext cx="4023360" cy="914400"/>
          </a:xfrm>
          <a:prstGeom prst="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5029200"/>
            <a:ext cx="137160" cy="914400"/>
          </a:xfrm>
          <a:prstGeom prst="rect">
            <a:avLst>
              <a:gd name="adj" fmla="val 53333"/>
            </a:avLst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120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" y="5486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(Auto-deploy from GitHub)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5029200"/>
            <a:ext cx="4023360" cy="914400"/>
          </a:xfrm>
          <a:prstGeom prst="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5029200"/>
            <a:ext cx="137160" cy="914400"/>
          </a:xfrm>
          <a:prstGeom prst="rect">
            <a:avLst>
              <a:gd name="adj" fmla="val 53333"/>
            </a:avLst>
          </a:prstGeom>
          <a:solidFill>
            <a:srgbClr val="EC4899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5120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SMS/OTP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0" y="5486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Msg91 (Verification &amp; Notifications)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" y="5943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Built with modern, scalable technologies. Zero server cost on free tiers.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Milestones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920240" cy="914400"/>
          </a:xfrm>
          <a:prstGeom prst="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Live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920240"/>
            <a:ext cx="1920240" cy="914400"/>
          </a:xfrm>
          <a:prstGeom prst="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6032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Active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920240"/>
            <a:ext cx="1920240" cy="914400"/>
          </a:xfrm>
          <a:prstGeom prst="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6344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920240"/>
            <a:ext cx="1920240" cy="914400"/>
          </a:xfrm>
          <a:prstGeom prst="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76656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Bot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1920240" cy="2560320"/>
          </a:xfrm>
          <a:prstGeom prst="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566160"/>
            <a:ext cx="1920240" cy="457200"/>
          </a:xfrm>
          <a:prstGeom prst="rect">
            <a:avLst>
              <a:gd name="adj" fmla="val 16000"/>
            </a:avLst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114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&amp; Validate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48056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 paying users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 form categories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WhatsApp integration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60320" y="3566160"/>
            <a:ext cx="1920240" cy="2560320"/>
          </a:xfrm>
          <a:prstGeom prst="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3566160"/>
            <a:ext cx="1920240" cy="457200"/>
          </a:xfrm>
          <a:prstGeom prst="rect">
            <a:avLst>
              <a:gd name="adj" fmla="val 16000"/>
            </a:avLst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256032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0" y="4114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Grow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97480" y="448056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500+ users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30+ form categories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Android app (PWA)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Referral program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3566160"/>
            <a:ext cx="1920240" cy="2560320"/>
          </a:xfrm>
          <a:prstGeom prst="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566160"/>
            <a:ext cx="1920240" cy="457200"/>
          </a:xfrm>
          <a:prstGeom prst="rect">
            <a:avLst>
              <a:gd name="adj" fmla="val 16000"/>
            </a:avLst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4114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448056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2000+ users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50+ categories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Multi-language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 network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766560" y="3566160"/>
            <a:ext cx="1920240" cy="2560320"/>
          </a:xfrm>
          <a:prstGeom prst="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0" y="3566160"/>
            <a:ext cx="1920240" cy="457200"/>
          </a:xfrm>
          <a:prstGeom prst="rect">
            <a:avLst>
              <a:gd name="adj" fmla="val 16000"/>
            </a:avLst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66560" y="4114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03720" y="448056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5000+ users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₹2L+/month revenue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Premium services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B2B partnerships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1828800"/>
            <a:ext cx="4572000" cy="2743200"/>
          </a:xfrm>
          <a:prstGeom prst="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0" y="2011680"/>
            <a:ext cx="1371600" cy="13716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0" y="20116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28600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Ankit — Founder &amp; Developer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3840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developer building ClickNsit from scratch.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product, tech, operations, and growth.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5029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For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828800" y="5486400"/>
            <a:ext cx="1828800" cy="548640"/>
          </a:xfrm>
          <a:prstGeom prst="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5486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/ Business Partner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0" y="5486400"/>
            <a:ext cx="1828800" cy="548640"/>
          </a:xfrm>
          <a:prstGeom prst="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5486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Growth Lead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52160" y="5486400"/>
            <a:ext cx="1828800" cy="548640"/>
          </a:xfrm>
          <a:prstGeom prst="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5486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Team (Form Fillers)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0" y="1371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1828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1,00,000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Forms/Month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2331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Service Fee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2834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33756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337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₹1,00,000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₹6,00,000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3337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₹37,50,000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840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0040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₹12,00,000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₹72,00,000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3840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₹4,50,00,000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434340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343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Cost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0" y="4343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₹3,60,000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0" y="4343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₹18,00,000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58000" y="4343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₹90,00,000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" y="4846320"/>
            <a:ext cx="7680960" cy="45720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4846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00400" y="4846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₹8,40,000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0" y="4846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₹54,00,000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0" y="4846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₹3,60,00,000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" y="534924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5349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200400" y="5349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29200" y="5349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58000" y="5349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31520" y="5943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Zero VC funding needed — bootstrapped with self-funding. Revenue-positive from Month 1.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0" y="1188720"/>
            <a:ext cx="27432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3474720" cy="1371600"/>
          </a:xfrm>
          <a:prstGeom prst="rect">
            <a:avLst>
              <a:gd name="adj" fmla="val 6667"/>
            </a:avLst>
          </a:prstGeom>
          <a:solidFill>
            <a:srgbClr val="1E4D7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Users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students to validate the product in first 30 days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2286000"/>
            <a:ext cx="3474720" cy="1371600"/>
          </a:xfrm>
          <a:prstGeom prst="rect">
            <a:avLst>
              <a:gd name="adj" fmla="val 6667"/>
            </a:avLst>
          </a:prstGeom>
          <a:solidFill>
            <a:srgbClr val="1E4D7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📣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Support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partnerships, social media, word-of-mouth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931920"/>
            <a:ext cx="3474720" cy="1371600"/>
          </a:xfrm>
          <a:prstGeom prst="rect">
            <a:avLst>
              <a:gd name="adj" fmla="val 6667"/>
            </a:avLst>
          </a:prstGeom>
          <a:solidFill>
            <a:srgbClr val="1E4D7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14400" y="4389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Funding (Optional)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4754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₹5-10 Lakh for marketing, team, and operations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931920"/>
            <a:ext cx="3474720" cy="1371600"/>
          </a:xfrm>
          <a:prstGeom prst="rect">
            <a:avLst>
              <a:gd name="adj" fmla="val 6667"/>
            </a:avLst>
          </a:prstGeom>
          <a:solidFill>
            <a:srgbClr val="1E4D7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54880" y="4389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Partners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4754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admin offices, coaching centers, cyber cafes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Click. Sit. Done. 🖥️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3474720"/>
            <a:ext cx="27432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www.clickandsit.vercel.app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4251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 support@clickandsit.in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+91 9650752995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5074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WhatsApp: +91 9650752995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5486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Telegram Bot: @clicknsit_bot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943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"India's First Online Cyber Cafe — Made for Students, by Students"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ClickNsit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ClickNsit Pitch Deck</dc:title>
  <dc:subject>ClickNsit - Online Cyber Cafe Startup Pitch Deck</dc:subject>
  <dc:creator>ClickNsit</dc:creator>
  <cp:lastModifiedBy>ClickNsit</cp:lastModifiedBy>
  <cp:revision>1</cp:revision>
  <dcterms:created xsi:type="dcterms:W3CDTF">2026-09-03T08:46:25Z</dcterms:created>
  <dcterms:modified xsi:type="dcterms:W3CDTF">2026-09-03T08:46:25Z</dcterms:modified>
</cp:coreProperties>
</file>