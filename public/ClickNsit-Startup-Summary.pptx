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82880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28803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Cyber Cafe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Project Report — Brief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Click. Sit. Done.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502920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50292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www.clickandsit.vercel.app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58064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Akshay   | 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2880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Entrepreneurship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48256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4825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0" y="204825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Startup Activity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24912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2491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27249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Startup Idea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01568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0156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28800" y="34015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078224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7822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28800" y="407822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7548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54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28800" y="47548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431536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43153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CH-7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28800" y="543153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137160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371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CH-8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2048256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04825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CH-9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98080" y="204825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2724912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72491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CH-10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98080" y="27249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3401568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4015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4078224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07822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47548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47548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(Brief)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CH-1 + CH-2 — Foundations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63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3172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Entrepreneurship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Entrepreneurship is the process of spotting a real problem, building a solution, and growing it into a business by taking calculated risks.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886200"/>
            <a:ext cx="5029200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3891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saw millions of students struggling to fill official forms — and built ClickNsit, an online cyber cafe, to solve that problem as a business.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FF7ED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463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Startup Activity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24231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goals that guide the startup — the problem it solves, the revenue it earns, and the impact it creates.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3886200"/>
            <a:ext cx="5029200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3891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form-filling easy and transparent for everyone, earn a service fee per form, and scale to 1000+ students daily.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(Brief)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CH-3 + CH-4 — Idea &amp; Market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63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3172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Startup Idea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concept — what you build, who it is for, and how it is different from existing options.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886200"/>
            <a:ext cx="5029200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3891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share their details online; our team fills the form on the official portal. Like visiting a cyber cafe, but 100% online.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463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24231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customer demand, competitors, and market size to prove the idea is worth building.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3886200"/>
            <a:ext cx="5029200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3891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 Cr+ market, 50 Cr+ students, 2 Lakh+ cyber cafes, 70% prefer online — demand is confirmed and growing.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(Brief)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CH-5 + CH-6 — Money Matters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FF7ED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63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3172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startup makes money — what is charged, to whom, and the profit on every sale.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886200"/>
            <a:ext cx="5029200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3891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₹50–200 service fee per form. A ₹100 form costs ₹47 in fees and agent commission — leaving ₹53 net profit.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463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24231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the investment needed to start and projecting future revenue and profit.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3886200"/>
            <a:ext cx="5029200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3891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₹35,000 to launch; break-even by month 4; ₹1.2L revenue in Year 1 growing to ₹4.5 Cr by Year 3.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(Brief)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CH-7 + CH-8 — Growth Plan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63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3172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to attract customers — channels, offers, and phased growth from local to national.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886200"/>
            <a:ext cx="5029200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3891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groups + Instagram Reels + referral bonuses first, then SEO &amp; ads, then influencers and pan-India reach.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463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24231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step-by-step roadmap — what gets built, when, and the milestones along the way.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3886200"/>
            <a:ext cx="5029200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3891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live: website, admin panel, Telegram bot, payments. Roadmap heads to 15K users and 5K forms per month.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(Brief)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CH-9 + CH-10 — Learnings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63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3172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hit while building — and how they were solved — proof of execution skill.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886200"/>
            <a:ext cx="5029200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3891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database limits, serverless cold starts, and file-storage limits on the free Vercel tier with smart workarounds.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FF7ED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463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CH-10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24231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gained — technical skills, business sense, and the confidence to build more.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3886200"/>
            <a:ext cx="5029200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3891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development, payments, bots, marketing and finance — 90+ commits and a live product to show for it.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(Brief)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· References · Appendices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8229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146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solves a real problem in a huge market, with a proven revenue model and a product that is already live — ready to scale pan-India.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9834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 · Big market · ₹53 profit/form · Break-even in 4 months.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6459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26280" y="2240280"/>
            <a:ext cx="8229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5146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sources used for research and data.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4663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49834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DPIIT, Startup India, SSC/IBPS/NTA portals, Razorpay, Next.js, Telegram API, NASSCOM.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FFF7ED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16200000">
              <a:srgbClr val="CBD5E1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75320" y="16459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75320" y="2240280"/>
            <a:ext cx="8229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5146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material for the report.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75320" y="4663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75320" y="49834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Telegram bot screenshots, database schema, and financial documents.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 (Brief)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46304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24688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Click. Sit. Done.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36576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Website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4251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clickandsit.vercel.app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36576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4251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support@clickandsit.in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36576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Phone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4251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+91 9650752995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06840" y="36576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Telegram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06840" y="4251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@clicknsit_bot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71600" y="58521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Project Report (Brief) — Presented by Akshay | August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ClickNsit — Online Cyber Cafe Platform</dc:title>
  <dc:subject>Startup Project Report (Brief) — ClickNsit</dc:subject>
  <dc:creator>ClickNsit</dc:creator>
  <cp:lastModifiedBy>ClickNsit</cp:lastModifiedBy>
  <cp:revision>1</cp:revision>
  <dcterms:created xsi:type="dcterms:W3CDTF">2026-09-05T14:03:02Z</dcterms:created>
  <dcterms:modified xsi:type="dcterms:W3CDTF">2026-09-05T14:03:02Z</dcterms:modified>
</cp:coreProperties>
</file>