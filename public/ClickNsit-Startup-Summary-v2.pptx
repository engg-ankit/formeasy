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(×)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2020</c:v>
                  </c:pt>
                  <c:pt idx="1">
                    <c:v>2022</c:v>
                  </c:pt>
                  <c:pt idx="2">
                    <c:v>2024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7415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7415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7415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7415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Service Fee 60%</c:v>
                </c:pt>
                <c:pt idx="1">
                  <c:v>Official Fee 30%</c:v>
                </c:pt>
                <c:pt idx="2">
                  <c:v>Premium 5%</c:v>
                </c:pt>
                <c:pt idx="3">
                  <c:v>Referrals 5%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60</c:v>
                </c:pt>
                <c:pt idx="1">
                  <c:v>30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12</c:v>
                </c:pt>
                <c:pt idx="2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5544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Cyber Cafe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Project Report — Chapter-wise Breakdown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Click. Sit. Done.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45720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4572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www.clickandsit.vercel.app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53492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Akshay   |   August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571500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715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·  clickandsit.vercel.app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571500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5715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·  support@clickandsit.in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571500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5715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 ·  +91 9650752995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006840" y="571500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5715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 ·  @clicknsit_bot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Entrepreneurship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48256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4825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0482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Startup Activity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2491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2724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Startup Idea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015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34015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78224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7822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4078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0" y="4754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31536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3153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54315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048256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04825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0" y="20482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2724912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72491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0" y="2724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401568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4015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4078224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078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47548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754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Entrepreneurship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means spotting a real problem, building a solution, and growing it into a business by taking calculated risks — it drives jobs, innovation, and India's economy.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students struggle to fill official forms — that is the real problem we spotted. ClickNsit is our solution, built as a real business.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Startup Ecosystem 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DPIIT-recognized startups — indexed to 2019 = 1×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0" y="210312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400800" y="5349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 growth in 5 years (DPIIT) — the ecosystem is booming.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Startup Activity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are the clear goals that guide the startup — what problem it solves, how it earns revenue, and the impact it creates.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ClickNsit goal is measurable: easy form-filling for all, ₹53 profit per form, 1000+ students served daily, and real jobs.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5361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938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Real Problem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30428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filling from home — no cyber cafe visit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87968" y="137160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0848" y="15361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70848" y="1938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Revenue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70848" y="230428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 on every successful form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2852928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34198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Digitally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37856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students daily via web + Telegram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87968" y="2852928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70848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70848" y="34198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70848" y="37856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support &amp; operations team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4334256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55080" y="4498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5080" y="49011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52669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tracking at every step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87968" y="4334256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70848" y="4498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70848" y="49011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70848" y="52669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govt portals and end users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Startup Idea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 — what we build, who it is for, and how it is different from existing options.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cyber cafe: users share details and documents online; our team fills the form on the official portal — no shop visit needed.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4173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3258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Info — Name, mobile, email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892808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984248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984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89280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 — Photo, ID proof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2459736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2551176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5511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45973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Pay — Razorpay checkout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78240" y="3127248"/>
            <a:ext cx="256032" cy="274320"/>
          </a:xfrm>
          <a:prstGeom prst="downArrow">
            <a:avLst/>
          </a:prstGeom>
          <a:solidFill>
            <a:srgbClr val="9CA3AF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493008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84048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39319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8404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 on Official Portal — Open portal, fill details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4407408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449884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498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40740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Fee + Upload Receipt — Official fee + proof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72200" y="5120640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54406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5440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Form Fill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01000" y="54406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/>
        </p:spPr>
      </p:sp>
      <p:sp>
        <p:nvSpPr>
          <p:cNvPr id="39" name="Text 37"/>
          <p:cNvSpPr/>
          <p:nvPr/>
        </p:nvSpPr>
        <p:spPr>
          <a:xfrm>
            <a:off x="8001000" y="5440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829800" y="54406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/>
        </p:spPr>
      </p:sp>
      <p:sp>
        <p:nvSpPr>
          <p:cNvPr id="41" name="Text 39"/>
          <p:cNvSpPr/>
          <p:nvPr/>
        </p:nvSpPr>
        <p:spPr>
          <a:xfrm>
            <a:off x="9829800" y="5440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Portals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585216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5852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Upload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01000" y="585216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0" y="5852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829800" y="585216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/>
        </p:spPr>
      </p:sp>
      <p:sp>
        <p:nvSpPr>
          <p:cNvPr id="47" name="Text 45"/>
          <p:cNvSpPr/>
          <p:nvPr/>
        </p:nvSpPr>
        <p:spPr>
          <a:xfrm>
            <a:off x="9829800" y="5852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Support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studies demand, customers, and competitors to prove the idea is worth building — before spending a rupee.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validated demand — and ClickNsit beats both cyber cafes and DIY on cost, tracking, and scale.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3898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Cr+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13898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Cr+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52560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Yearly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468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Lakh+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Cafes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2468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52560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52560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703320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4023360"/>
          <a:ext cx="5440680" cy="224028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280160"/>
                <a:gridCol w="1463040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Cafe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ClickNsit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in person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at home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Online 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tracking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₹100–300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(risky)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₹50–100 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know-how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needed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handles 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 defines how the startup makes money — what is charged, to whom, and the profit on every sale.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proven: ₹100 service fee − ₹47 costs = ₹53 net profit per form.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00800" y="173736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400800" y="4617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(per form)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892040"/>
          <a:ext cx="4937760" cy="13716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fee collected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fee (pass-through)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2% + server +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budgets the money needed to start and projects future revenue and profit, so the business stays alive.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launch: ₹35,000 total investment, break-even by month 4, ₹4.5 Cr revenue projected in year 3.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Revenue Projection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₹ lakh (Year 3 = ₹4.5 Cr)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0" y="201168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400800" y="4617720"/>
            <a:ext cx="493776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4617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Investment:  ₹35,000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0" y="5093208"/>
            <a:ext cx="493776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37960" y="50932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Break-even:  Month 4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0" y="5568696"/>
            <a:ext cx="493776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37960" y="556869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Recovery:  350 forms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plans how to attract customers — which channels, what offers, and phased growth from local to national.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local (WhatsApp, Instagram, referrals) → regional (SEO, ads) → pan-India (influencers, agent network).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Local Launch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13898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WhatsApp groups — exam communities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Instagram Reels — form tutorials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Referral program — ₹25 per friend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Campus visits + QR codes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2907792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Regional Growth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36499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SEO — 'online form filling' keywords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Ads — ₹50/day on exam terms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Telegram channel — tips + reminders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Coaching institute partnerships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4535424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4645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Pan-India Scale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46451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9–12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992624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Education YouTubers (influencers)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Agent network — cyber cafe owners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TV/Radio — Tier-2/3 city ads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Govt digital literacy programs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plan is the step-by-step roadmap — what gets built, when, and the milestones along the 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roadmap is already done — the product is live today, not just a plan.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6517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371600"/>
            <a:ext cx="685800" cy="3200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MVP + admin panel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Razorpay + Telegram bot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 test forms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First 50 users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15400" y="1280160"/>
            <a:ext cx="26517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1371600"/>
            <a:ext cx="685800" cy="3200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8408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178308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Multi-file upload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60+ portal auto-detect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WhatsApp + chat support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500 users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3547872"/>
            <a:ext cx="26517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3639312"/>
            <a:ext cx="685800" cy="3200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050792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Mobile PWA app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network launch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Premium services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3K users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15400" y="3547872"/>
            <a:ext cx="26517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52560" y="3639312"/>
            <a:ext cx="685800" cy="3200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52560" y="4050792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Pan-India coverage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Govt partnerships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API for cyber cafes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15K users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5760720"/>
            <a:ext cx="5440680" cy="41148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576072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Already built &amp; live — website, admin, bot, payments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are the real problems hit while building — and how they were solved shows execution skill and resilience.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tough blockers — all solved with smart engineering on a ₹0 infrastructure budget.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3898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Database Limits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175564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9360" y="19933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 tier: only 15 connections — Vercel exhausted the pool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09360" y="27614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09360" y="29992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connection per function + retry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15400" y="12801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52560" y="13898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Cold Starts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52560" y="175564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52560" y="19933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 took 3–10 sec to wake up — slow bot replies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52560" y="27614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052560" y="29992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cron ping + parallel queries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3657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767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File Storage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41330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4370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has no persistent disk — uploads vanished on each deploy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513892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5376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storage in PostgreSQL — permanent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915400" y="3657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052560" y="3767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User Trust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52560" y="41330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052560" y="4370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hesitated to share details &amp; pay a new online platform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052560" y="513892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052560" y="5376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tracking + refunds + WhatsApp support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capture what the team gained — technical skill, business sense, and the confidence to build more.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ClickNsit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a live, revenue-ready product — the biggest lesson of all.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Technical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73736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Full-stack: Next.js, React, TS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DB design: Prisma, PostgreSQL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Payments: Razorpay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Bots: Telegram API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Cloud: Vercel, Supabase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2816352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926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Business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273552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Market research &amp; validation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Business model (BMC)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Financial planning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Digital marketing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 retention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4352544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44622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Personal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809744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Problem-solving under limits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Time management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 empathy &amp; design thinking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Iterative build → test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Entrepreneur confidence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5870448"/>
            <a:ext cx="1298448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587044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Commits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52944" y="5870448"/>
            <a:ext cx="1298448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552944" y="587044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API Routes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933688" y="5870448"/>
            <a:ext cx="1298448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8933688" y="587044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DB Models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314432" y="5870448"/>
            <a:ext cx="1298448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10314432" y="587044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Pages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(Chapter-wise)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References · Appendices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822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solves a real problem in a huge market, with a proven revenue model and a product that is already live — ready to scale pan-India.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 · Big market · ₹53 profit/form · Break-even in 4 months.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2344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2057400"/>
            <a:ext cx="822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3317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sources used for research and data.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4251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· Startup India · SSC/IBPS/NTA · Razorpay · Next.js · Telegram API · NASSCOM · Statista · RBI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12344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5320" y="2057400"/>
            <a:ext cx="822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3317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material attached with the report.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75320" y="4251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Telegram bot screenshots, database schema, financial documents.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5394960"/>
            <a:ext cx="12188952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—  Click. Sit. Done.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www.clickandsit.vercel.app   |   support@clickandsit.in   |   +91 9650752995   |   @clicknsit_bot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ClickNsit — Online Cyber Cafe Platform</dc:title>
  <dc:subject>Startup Project Report (Chapter-wise) — ClickNsit</dc:subject>
  <dc:creator>ClickNsit</dc:creator>
  <cp:lastModifiedBy>ClickNsit</cp:lastModifiedBy>
  <cp:revision>1</cp:revision>
  <dcterms:created xsi:type="dcterms:W3CDTF">2026-09-05T14:11:35Z</dcterms:created>
  <dcterms:modified xsi:type="dcterms:W3CDTF">2026-09-05T14:11:35Z</dcterms:modified>
</cp:coreProperties>
</file>